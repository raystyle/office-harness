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d56f2f09e4e4463" /><Relationship Type="http://schemas.openxmlformats.org/package/2006/relationships/metadata/core-properties" Target="/docProps/core.xml" Id="R4930b75881bd49cb" /><Relationship Type="http://schemas.openxmlformats.org/officeDocument/2006/relationships/extended-properties" Target="/docProps/app.xml" Id="R66b7bc2a8f894755" /><Relationship Type="http://schemas.openxmlformats.org/officeDocument/2006/relationships/custom-properties" Target="/docProps/custom.xml" Id="R5dbb8938b6b542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d2f33774cab48a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d2f33774cab48a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343663ae749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1b6c6293e40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e2f8cd7004d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67ba8050f48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ff987238042e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62d51736c364e1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cc0af2ce849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{{ title }}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讲师: {{ speaker }} | 日期: {{ date }}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OfficeCLI/1.0.160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2026-10-19T09:02:12Z</dcterms:created>
  <cp:lastModifiedBy>OfficeCLI</cp:lastModifiedBy>
  <dcterms:modified xsi:type="dcterms:W3CDTF">2026-10-19T09:02:12Z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1.0.160</vt:lpwstr>
  </op:property>
  <op:property fmtid="{D5CDD505-2E9C-101B-9397-08002B2CF9AE}" pid="3" name="OfficeCLI.LastModified">
    <vt:lpwstr xmlns:vt="http://schemas.openxmlformats.org/officeDocument/2006/docPropsVTypes">2026-10-19T09:02:15Z</vt:lpwstr>
  </op:property>
</op:Properties>
</file>